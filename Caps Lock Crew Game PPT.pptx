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game: a role-reversal of Pac-Man (1980). You hunt Pac-Man in a fog-filled maze.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Original: Pac-Man hunted by ghosts. Ours: you are the ghost. Genre shifts from arcade maze-chase to tactical survival-horror.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classes, two commandable allies, and counter-play tools: ping, decoy, corridor lock, glitch overcharge.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are driven by dots remaining. Pac-Man tracks your heat-map, feints, and picks a personality each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world fights back: shrinking zone, shifting walls, and a Level-256-style kill screen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Controls and progression. The playable web build runs in any browser or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4YnosQu5e7mSV5kU7UJGiQ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ntern glow"/>
          <p:cNvSpPr/>
          <p:nvPr/>
        </p:nvSpPr>
        <p:spPr>
          <a:xfrm>
            <a:off x="5120640" y="548640"/>
            <a:ext cx="4206240" cy="4206240"/>
          </a:xfrm>
          <a:prstGeom prst="ellipse">
            <a:avLst/>
          </a:prstGeom>
          <a:solidFill>
            <a:srgbClr val="FFD75E">
              <a:alpha val="7000"/>
            </a:srgbClr>
          </a:solidFill>
          <a:ln/>
        </p:spPr>
      </p:sp>
      <p:sp>
        <p:nvSpPr>
          <p:cNvPr id="3" name="Lantern glow"/>
          <p:cNvSpPr/>
          <p:nvPr/>
        </p:nvSpPr>
        <p:spPr>
          <a:xfrm>
            <a:off x="5709514" y="1137514"/>
            <a:ext cx="3028493" cy="3028493"/>
          </a:xfrm>
          <a:prstGeom prst="ellipse">
            <a:avLst/>
          </a:prstGeom>
          <a:solidFill>
            <a:srgbClr val="FFD75E">
              <a:alpha val="12000"/>
            </a:srgbClr>
          </a:solidFill>
          <a:ln/>
        </p:spPr>
      </p:sp>
      <p:sp>
        <p:nvSpPr>
          <p:cNvPr id="4" name="Lantern glow"/>
          <p:cNvSpPr/>
          <p:nvPr/>
        </p:nvSpPr>
        <p:spPr>
          <a:xfrm>
            <a:off x="6277356" y="1705356"/>
            <a:ext cx="1892808" cy="1892808"/>
          </a:xfrm>
          <a:prstGeom prst="ellipse">
            <a:avLst/>
          </a:prstGeom>
          <a:solidFill>
            <a:srgbClr val="FFD75E">
              <a:alpha val="18000"/>
            </a:srgbClr>
          </a:solidFill>
          <a:ln/>
        </p:spPr>
      </p:sp>
      <p:sp>
        <p:nvSpPr>
          <p:cNvPr id="5" name="Pixel ghost"/>
          <p:cNvSpPr/>
          <p:nvPr/>
        </p:nvSpPr>
        <p:spPr>
          <a:xfrm>
            <a:off x="6263640" y="19659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" name="Pixel ghost"/>
          <p:cNvSpPr/>
          <p:nvPr/>
        </p:nvSpPr>
        <p:spPr>
          <a:xfrm>
            <a:off x="6446520" y="19659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" name="Pixel ghost"/>
          <p:cNvSpPr/>
          <p:nvPr/>
        </p:nvSpPr>
        <p:spPr>
          <a:xfrm>
            <a:off x="6629400" y="19659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" name="Pixel ghost"/>
          <p:cNvSpPr/>
          <p:nvPr/>
        </p:nvSpPr>
        <p:spPr>
          <a:xfrm>
            <a:off x="6812280" y="19659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" name="Pixel ghost"/>
          <p:cNvSpPr/>
          <p:nvPr/>
        </p:nvSpPr>
        <p:spPr>
          <a:xfrm>
            <a:off x="6995160" y="19659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" name="Pixel ghost"/>
          <p:cNvSpPr/>
          <p:nvPr/>
        </p:nvSpPr>
        <p:spPr>
          <a:xfrm>
            <a:off x="608076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" name="Pixel ghost"/>
          <p:cNvSpPr/>
          <p:nvPr/>
        </p:nvSpPr>
        <p:spPr>
          <a:xfrm>
            <a:off x="626364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" name="Pixel ghost"/>
          <p:cNvSpPr/>
          <p:nvPr/>
        </p:nvSpPr>
        <p:spPr>
          <a:xfrm>
            <a:off x="644652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" name="Pixel ghost"/>
          <p:cNvSpPr/>
          <p:nvPr/>
        </p:nvSpPr>
        <p:spPr>
          <a:xfrm>
            <a:off x="662940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4" name="Pixel ghost"/>
          <p:cNvSpPr/>
          <p:nvPr/>
        </p:nvSpPr>
        <p:spPr>
          <a:xfrm>
            <a:off x="681228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5" name="Pixel ghost"/>
          <p:cNvSpPr/>
          <p:nvPr/>
        </p:nvSpPr>
        <p:spPr>
          <a:xfrm>
            <a:off x="699516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6" name="Pixel ghost"/>
          <p:cNvSpPr/>
          <p:nvPr/>
        </p:nvSpPr>
        <p:spPr>
          <a:xfrm>
            <a:off x="7178040" y="21488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7" name="Pixel ghost"/>
          <p:cNvSpPr/>
          <p:nvPr/>
        </p:nvSpPr>
        <p:spPr>
          <a:xfrm>
            <a:off x="589788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8" name="Pixel ghost"/>
          <p:cNvSpPr/>
          <p:nvPr/>
        </p:nvSpPr>
        <p:spPr>
          <a:xfrm>
            <a:off x="608076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9" name="Pixel ghost"/>
          <p:cNvSpPr/>
          <p:nvPr/>
        </p:nvSpPr>
        <p:spPr>
          <a:xfrm>
            <a:off x="626364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0" name="Pixel ghost"/>
          <p:cNvSpPr/>
          <p:nvPr/>
        </p:nvSpPr>
        <p:spPr>
          <a:xfrm>
            <a:off x="644652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1" name="Pixel ghost"/>
          <p:cNvSpPr/>
          <p:nvPr/>
        </p:nvSpPr>
        <p:spPr>
          <a:xfrm>
            <a:off x="662940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2" name="Pixel ghost"/>
          <p:cNvSpPr/>
          <p:nvPr/>
        </p:nvSpPr>
        <p:spPr>
          <a:xfrm>
            <a:off x="681228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3" name="Pixel ghost"/>
          <p:cNvSpPr/>
          <p:nvPr/>
        </p:nvSpPr>
        <p:spPr>
          <a:xfrm>
            <a:off x="699516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4" name="Pixel ghost"/>
          <p:cNvSpPr/>
          <p:nvPr/>
        </p:nvSpPr>
        <p:spPr>
          <a:xfrm>
            <a:off x="717804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5" name="Pixel ghost"/>
          <p:cNvSpPr/>
          <p:nvPr/>
        </p:nvSpPr>
        <p:spPr>
          <a:xfrm>
            <a:off x="7360920" y="23317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6" name="Pixel ghost"/>
          <p:cNvSpPr/>
          <p:nvPr/>
        </p:nvSpPr>
        <p:spPr>
          <a:xfrm>
            <a:off x="5897880" y="25146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27" name="Pixel ghost"/>
          <p:cNvSpPr/>
          <p:nvPr/>
        </p:nvSpPr>
        <p:spPr>
          <a:xfrm>
            <a:off x="6080760" y="251460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Pixel ghost"/>
          <p:cNvSpPr/>
          <p:nvPr/>
        </p:nvSpPr>
        <p:spPr>
          <a:xfrm>
            <a:off x="6263640" y="251460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Pixel ghost"/>
          <p:cNvSpPr/>
          <p:nvPr/>
        </p:nvSpPr>
        <p:spPr>
          <a:xfrm>
            <a:off x="6446520" y="25146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0" name="Pixel ghost"/>
          <p:cNvSpPr/>
          <p:nvPr/>
        </p:nvSpPr>
        <p:spPr>
          <a:xfrm>
            <a:off x="6629400" y="25146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1" name="Pixel ghost"/>
          <p:cNvSpPr/>
          <p:nvPr/>
        </p:nvSpPr>
        <p:spPr>
          <a:xfrm>
            <a:off x="6812280" y="251460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Pixel ghost"/>
          <p:cNvSpPr/>
          <p:nvPr/>
        </p:nvSpPr>
        <p:spPr>
          <a:xfrm>
            <a:off x="6995160" y="251460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Pixel ghost"/>
          <p:cNvSpPr/>
          <p:nvPr/>
        </p:nvSpPr>
        <p:spPr>
          <a:xfrm>
            <a:off x="7178040" y="25146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4" name="Pixel ghost"/>
          <p:cNvSpPr/>
          <p:nvPr/>
        </p:nvSpPr>
        <p:spPr>
          <a:xfrm>
            <a:off x="7360920" y="25146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5" name="Pixel ghost"/>
          <p:cNvSpPr/>
          <p:nvPr/>
        </p:nvSpPr>
        <p:spPr>
          <a:xfrm>
            <a:off x="5897880" y="269748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6" name="Pixel ghost"/>
          <p:cNvSpPr/>
          <p:nvPr/>
        </p:nvSpPr>
        <p:spPr>
          <a:xfrm>
            <a:off x="6080760" y="269748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Pixel ghost"/>
          <p:cNvSpPr/>
          <p:nvPr/>
        </p:nvSpPr>
        <p:spPr>
          <a:xfrm>
            <a:off x="6263640" y="2697480"/>
            <a:ext cx="187452" cy="1874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8" name="Pixel ghost"/>
          <p:cNvSpPr/>
          <p:nvPr/>
        </p:nvSpPr>
        <p:spPr>
          <a:xfrm>
            <a:off x="6446520" y="269748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39" name="Pixel ghost"/>
          <p:cNvSpPr/>
          <p:nvPr/>
        </p:nvSpPr>
        <p:spPr>
          <a:xfrm>
            <a:off x="6629400" y="269748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0" name="Pixel ghost"/>
          <p:cNvSpPr/>
          <p:nvPr/>
        </p:nvSpPr>
        <p:spPr>
          <a:xfrm>
            <a:off x="6812280" y="2697480"/>
            <a:ext cx="187452" cy="187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Pixel ghost"/>
          <p:cNvSpPr/>
          <p:nvPr/>
        </p:nvSpPr>
        <p:spPr>
          <a:xfrm>
            <a:off x="6995160" y="2697480"/>
            <a:ext cx="187452" cy="1874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2" name="Pixel ghost"/>
          <p:cNvSpPr/>
          <p:nvPr/>
        </p:nvSpPr>
        <p:spPr>
          <a:xfrm>
            <a:off x="7178040" y="269748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3" name="Pixel ghost"/>
          <p:cNvSpPr/>
          <p:nvPr/>
        </p:nvSpPr>
        <p:spPr>
          <a:xfrm>
            <a:off x="7360920" y="269748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4" name="Pixel ghost"/>
          <p:cNvSpPr/>
          <p:nvPr/>
        </p:nvSpPr>
        <p:spPr>
          <a:xfrm>
            <a:off x="589788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5" name="Pixel ghost"/>
          <p:cNvSpPr/>
          <p:nvPr/>
        </p:nvSpPr>
        <p:spPr>
          <a:xfrm>
            <a:off x="608076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6" name="Pixel ghost"/>
          <p:cNvSpPr/>
          <p:nvPr/>
        </p:nvSpPr>
        <p:spPr>
          <a:xfrm>
            <a:off x="626364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7" name="Pixel ghost"/>
          <p:cNvSpPr/>
          <p:nvPr/>
        </p:nvSpPr>
        <p:spPr>
          <a:xfrm>
            <a:off x="644652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8" name="Pixel ghost"/>
          <p:cNvSpPr/>
          <p:nvPr/>
        </p:nvSpPr>
        <p:spPr>
          <a:xfrm>
            <a:off x="662940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49" name="Pixel ghost"/>
          <p:cNvSpPr/>
          <p:nvPr/>
        </p:nvSpPr>
        <p:spPr>
          <a:xfrm>
            <a:off x="681228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0" name="Pixel ghost"/>
          <p:cNvSpPr/>
          <p:nvPr/>
        </p:nvSpPr>
        <p:spPr>
          <a:xfrm>
            <a:off x="699516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1" name="Pixel ghost"/>
          <p:cNvSpPr/>
          <p:nvPr/>
        </p:nvSpPr>
        <p:spPr>
          <a:xfrm>
            <a:off x="717804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2" name="Pixel ghost"/>
          <p:cNvSpPr/>
          <p:nvPr/>
        </p:nvSpPr>
        <p:spPr>
          <a:xfrm>
            <a:off x="7360920" y="288036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3" name="Pixel ghost"/>
          <p:cNvSpPr/>
          <p:nvPr/>
        </p:nvSpPr>
        <p:spPr>
          <a:xfrm>
            <a:off x="589788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4" name="Pixel ghost"/>
          <p:cNvSpPr/>
          <p:nvPr/>
        </p:nvSpPr>
        <p:spPr>
          <a:xfrm>
            <a:off x="608076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5" name="Pixel ghost"/>
          <p:cNvSpPr/>
          <p:nvPr/>
        </p:nvSpPr>
        <p:spPr>
          <a:xfrm>
            <a:off x="626364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6" name="Pixel ghost"/>
          <p:cNvSpPr/>
          <p:nvPr/>
        </p:nvSpPr>
        <p:spPr>
          <a:xfrm>
            <a:off x="644652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7" name="Pixel ghost"/>
          <p:cNvSpPr/>
          <p:nvPr/>
        </p:nvSpPr>
        <p:spPr>
          <a:xfrm>
            <a:off x="662940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8" name="Pixel ghost"/>
          <p:cNvSpPr/>
          <p:nvPr/>
        </p:nvSpPr>
        <p:spPr>
          <a:xfrm>
            <a:off x="681228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59" name="Pixel ghost"/>
          <p:cNvSpPr/>
          <p:nvPr/>
        </p:nvSpPr>
        <p:spPr>
          <a:xfrm>
            <a:off x="699516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0" name="Pixel ghost"/>
          <p:cNvSpPr/>
          <p:nvPr/>
        </p:nvSpPr>
        <p:spPr>
          <a:xfrm>
            <a:off x="717804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1" name="Pixel ghost"/>
          <p:cNvSpPr/>
          <p:nvPr/>
        </p:nvSpPr>
        <p:spPr>
          <a:xfrm>
            <a:off x="7360920" y="306324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2" name="Pixel ghost"/>
          <p:cNvSpPr/>
          <p:nvPr/>
        </p:nvSpPr>
        <p:spPr>
          <a:xfrm>
            <a:off x="589788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3" name="Pixel ghost"/>
          <p:cNvSpPr/>
          <p:nvPr/>
        </p:nvSpPr>
        <p:spPr>
          <a:xfrm>
            <a:off x="608076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4" name="Pixel ghost"/>
          <p:cNvSpPr/>
          <p:nvPr/>
        </p:nvSpPr>
        <p:spPr>
          <a:xfrm>
            <a:off x="626364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5" name="Pixel ghost"/>
          <p:cNvSpPr/>
          <p:nvPr/>
        </p:nvSpPr>
        <p:spPr>
          <a:xfrm>
            <a:off x="644652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6" name="Pixel ghost"/>
          <p:cNvSpPr/>
          <p:nvPr/>
        </p:nvSpPr>
        <p:spPr>
          <a:xfrm>
            <a:off x="662940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7" name="Pixel ghost"/>
          <p:cNvSpPr/>
          <p:nvPr/>
        </p:nvSpPr>
        <p:spPr>
          <a:xfrm>
            <a:off x="681228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8" name="Pixel ghost"/>
          <p:cNvSpPr/>
          <p:nvPr/>
        </p:nvSpPr>
        <p:spPr>
          <a:xfrm>
            <a:off x="699516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69" name="Pixel ghost"/>
          <p:cNvSpPr/>
          <p:nvPr/>
        </p:nvSpPr>
        <p:spPr>
          <a:xfrm>
            <a:off x="717804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0" name="Pixel ghost"/>
          <p:cNvSpPr/>
          <p:nvPr/>
        </p:nvSpPr>
        <p:spPr>
          <a:xfrm>
            <a:off x="7360920" y="324612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1" name="Pixel ghost"/>
          <p:cNvSpPr/>
          <p:nvPr/>
        </p:nvSpPr>
        <p:spPr>
          <a:xfrm>
            <a:off x="589788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2" name="Pixel ghost"/>
          <p:cNvSpPr/>
          <p:nvPr/>
        </p:nvSpPr>
        <p:spPr>
          <a:xfrm>
            <a:off x="608076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3" name="Pixel ghost"/>
          <p:cNvSpPr/>
          <p:nvPr/>
        </p:nvSpPr>
        <p:spPr>
          <a:xfrm>
            <a:off x="644652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4" name="Pixel ghost"/>
          <p:cNvSpPr/>
          <p:nvPr/>
        </p:nvSpPr>
        <p:spPr>
          <a:xfrm>
            <a:off x="662940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5" name="Pixel ghost"/>
          <p:cNvSpPr/>
          <p:nvPr/>
        </p:nvSpPr>
        <p:spPr>
          <a:xfrm>
            <a:off x="681228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6" name="Pixel ghost"/>
          <p:cNvSpPr/>
          <p:nvPr/>
        </p:nvSpPr>
        <p:spPr>
          <a:xfrm>
            <a:off x="717804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7" name="Pixel ghost"/>
          <p:cNvSpPr/>
          <p:nvPr/>
        </p:nvSpPr>
        <p:spPr>
          <a:xfrm>
            <a:off x="7360920" y="3429000"/>
            <a:ext cx="187452" cy="18745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8" name="Pixel Pac-Man"/>
          <p:cNvSpPr/>
          <p:nvPr/>
        </p:nvSpPr>
        <p:spPr>
          <a:xfrm>
            <a:off x="8074152" y="228600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79" name="Pixel Pac-Man"/>
          <p:cNvSpPr/>
          <p:nvPr/>
        </p:nvSpPr>
        <p:spPr>
          <a:xfrm>
            <a:off x="8202168" y="228600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0" name="Pixel Pac-Man"/>
          <p:cNvSpPr/>
          <p:nvPr/>
        </p:nvSpPr>
        <p:spPr>
          <a:xfrm>
            <a:off x="8330184" y="228600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1" name="Pixel Pac-Man"/>
          <p:cNvSpPr/>
          <p:nvPr/>
        </p:nvSpPr>
        <p:spPr>
          <a:xfrm>
            <a:off x="8458200" y="228600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2" name="Pixel Pac-Man"/>
          <p:cNvSpPr/>
          <p:nvPr/>
        </p:nvSpPr>
        <p:spPr>
          <a:xfrm>
            <a:off x="8586216" y="228600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3" name="Pixel Pac-Man"/>
          <p:cNvSpPr/>
          <p:nvPr/>
        </p:nvSpPr>
        <p:spPr>
          <a:xfrm>
            <a:off x="7946136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4" name="Pixel Pac-Man"/>
          <p:cNvSpPr/>
          <p:nvPr/>
        </p:nvSpPr>
        <p:spPr>
          <a:xfrm>
            <a:off x="8074152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5" name="Pixel Pac-Man"/>
          <p:cNvSpPr/>
          <p:nvPr/>
        </p:nvSpPr>
        <p:spPr>
          <a:xfrm>
            <a:off x="8202168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6" name="Pixel Pac-Man"/>
          <p:cNvSpPr/>
          <p:nvPr/>
        </p:nvSpPr>
        <p:spPr>
          <a:xfrm>
            <a:off x="8330184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7" name="Pixel Pac-Man"/>
          <p:cNvSpPr/>
          <p:nvPr/>
        </p:nvSpPr>
        <p:spPr>
          <a:xfrm>
            <a:off x="8458200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8" name="Pixel Pac-Man"/>
          <p:cNvSpPr/>
          <p:nvPr/>
        </p:nvSpPr>
        <p:spPr>
          <a:xfrm>
            <a:off x="8586216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9" name="Pixel Pac-Man"/>
          <p:cNvSpPr/>
          <p:nvPr/>
        </p:nvSpPr>
        <p:spPr>
          <a:xfrm>
            <a:off x="8714232" y="241401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0" name="Pixel Pac-Man"/>
          <p:cNvSpPr/>
          <p:nvPr/>
        </p:nvSpPr>
        <p:spPr>
          <a:xfrm>
            <a:off x="7818120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1" name="Pixel Pac-Man"/>
          <p:cNvSpPr/>
          <p:nvPr/>
        </p:nvSpPr>
        <p:spPr>
          <a:xfrm>
            <a:off x="7946136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2" name="Pixel Pac-Man"/>
          <p:cNvSpPr/>
          <p:nvPr/>
        </p:nvSpPr>
        <p:spPr>
          <a:xfrm>
            <a:off x="8074152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3" name="Pixel Pac-Man"/>
          <p:cNvSpPr/>
          <p:nvPr/>
        </p:nvSpPr>
        <p:spPr>
          <a:xfrm>
            <a:off x="8202168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4" name="Pixel Pac-Man"/>
          <p:cNvSpPr/>
          <p:nvPr/>
        </p:nvSpPr>
        <p:spPr>
          <a:xfrm>
            <a:off x="8330184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5" name="Pixel Pac-Man"/>
          <p:cNvSpPr/>
          <p:nvPr/>
        </p:nvSpPr>
        <p:spPr>
          <a:xfrm>
            <a:off x="8458200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6" name="Pixel Pac-Man"/>
          <p:cNvSpPr/>
          <p:nvPr/>
        </p:nvSpPr>
        <p:spPr>
          <a:xfrm>
            <a:off x="8586216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7" name="Pixel Pac-Man"/>
          <p:cNvSpPr/>
          <p:nvPr/>
        </p:nvSpPr>
        <p:spPr>
          <a:xfrm>
            <a:off x="8714232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8" name="Pixel Pac-Man"/>
          <p:cNvSpPr/>
          <p:nvPr/>
        </p:nvSpPr>
        <p:spPr>
          <a:xfrm>
            <a:off x="8842248" y="254203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9" name="Pixel Pac-Man"/>
          <p:cNvSpPr/>
          <p:nvPr/>
        </p:nvSpPr>
        <p:spPr>
          <a:xfrm>
            <a:off x="7818120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0" name="Pixel Pac-Man"/>
          <p:cNvSpPr/>
          <p:nvPr/>
        </p:nvSpPr>
        <p:spPr>
          <a:xfrm>
            <a:off x="7946136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1" name="Pixel Pac-Man"/>
          <p:cNvSpPr/>
          <p:nvPr/>
        </p:nvSpPr>
        <p:spPr>
          <a:xfrm>
            <a:off x="8074152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2" name="Pixel Pac-Man"/>
          <p:cNvSpPr/>
          <p:nvPr/>
        </p:nvSpPr>
        <p:spPr>
          <a:xfrm>
            <a:off x="8202168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3" name="Pixel Pac-Man"/>
          <p:cNvSpPr/>
          <p:nvPr/>
        </p:nvSpPr>
        <p:spPr>
          <a:xfrm>
            <a:off x="8330184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4" name="Pixel Pac-Man"/>
          <p:cNvSpPr/>
          <p:nvPr/>
        </p:nvSpPr>
        <p:spPr>
          <a:xfrm>
            <a:off x="8458200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5" name="Pixel Pac-Man"/>
          <p:cNvSpPr/>
          <p:nvPr/>
        </p:nvSpPr>
        <p:spPr>
          <a:xfrm>
            <a:off x="8586216" y="267004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6" name="Pixel Pac-Man"/>
          <p:cNvSpPr/>
          <p:nvPr/>
        </p:nvSpPr>
        <p:spPr>
          <a:xfrm>
            <a:off x="7818120" y="2798064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7" name="Pixel Pac-Man"/>
          <p:cNvSpPr/>
          <p:nvPr/>
        </p:nvSpPr>
        <p:spPr>
          <a:xfrm>
            <a:off x="7946136" y="2798064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8" name="Pixel Pac-Man"/>
          <p:cNvSpPr/>
          <p:nvPr/>
        </p:nvSpPr>
        <p:spPr>
          <a:xfrm>
            <a:off x="8074152" y="2798064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9" name="Pixel Pac-Man"/>
          <p:cNvSpPr/>
          <p:nvPr/>
        </p:nvSpPr>
        <p:spPr>
          <a:xfrm>
            <a:off x="8202168" y="2798064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0" name="Pixel Pac-Man"/>
          <p:cNvSpPr/>
          <p:nvPr/>
        </p:nvSpPr>
        <p:spPr>
          <a:xfrm>
            <a:off x="8330184" y="2798064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1" name="Pixel Pac-Man"/>
          <p:cNvSpPr/>
          <p:nvPr/>
        </p:nvSpPr>
        <p:spPr>
          <a:xfrm>
            <a:off x="7818120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2" name="Pixel Pac-Man"/>
          <p:cNvSpPr/>
          <p:nvPr/>
        </p:nvSpPr>
        <p:spPr>
          <a:xfrm>
            <a:off x="7946136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3" name="Pixel Pac-Man"/>
          <p:cNvSpPr/>
          <p:nvPr/>
        </p:nvSpPr>
        <p:spPr>
          <a:xfrm>
            <a:off x="8074152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4" name="Pixel Pac-Man"/>
          <p:cNvSpPr/>
          <p:nvPr/>
        </p:nvSpPr>
        <p:spPr>
          <a:xfrm>
            <a:off x="8202168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5" name="Pixel Pac-Man"/>
          <p:cNvSpPr/>
          <p:nvPr/>
        </p:nvSpPr>
        <p:spPr>
          <a:xfrm>
            <a:off x="8330184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6" name="Pixel Pac-Man"/>
          <p:cNvSpPr/>
          <p:nvPr/>
        </p:nvSpPr>
        <p:spPr>
          <a:xfrm>
            <a:off x="8458200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7" name="Pixel Pac-Man"/>
          <p:cNvSpPr/>
          <p:nvPr/>
        </p:nvSpPr>
        <p:spPr>
          <a:xfrm>
            <a:off x="8586216" y="2926080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8" name="Pixel Pac-Man"/>
          <p:cNvSpPr/>
          <p:nvPr/>
        </p:nvSpPr>
        <p:spPr>
          <a:xfrm>
            <a:off x="7818120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9" name="Pixel Pac-Man"/>
          <p:cNvSpPr/>
          <p:nvPr/>
        </p:nvSpPr>
        <p:spPr>
          <a:xfrm>
            <a:off x="7946136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0" name="Pixel Pac-Man"/>
          <p:cNvSpPr/>
          <p:nvPr/>
        </p:nvSpPr>
        <p:spPr>
          <a:xfrm>
            <a:off x="8074152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1" name="Pixel Pac-Man"/>
          <p:cNvSpPr/>
          <p:nvPr/>
        </p:nvSpPr>
        <p:spPr>
          <a:xfrm>
            <a:off x="8202168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2" name="Pixel Pac-Man"/>
          <p:cNvSpPr/>
          <p:nvPr/>
        </p:nvSpPr>
        <p:spPr>
          <a:xfrm>
            <a:off x="8330184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3" name="Pixel Pac-Man"/>
          <p:cNvSpPr/>
          <p:nvPr/>
        </p:nvSpPr>
        <p:spPr>
          <a:xfrm>
            <a:off x="8458200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4" name="Pixel Pac-Man"/>
          <p:cNvSpPr/>
          <p:nvPr/>
        </p:nvSpPr>
        <p:spPr>
          <a:xfrm>
            <a:off x="8586216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5" name="Pixel Pac-Man"/>
          <p:cNvSpPr/>
          <p:nvPr/>
        </p:nvSpPr>
        <p:spPr>
          <a:xfrm>
            <a:off x="8714232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6" name="Pixel Pac-Man"/>
          <p:cNvSpPr/>
          <p:nvPr/>
        </p:nvSpPr>
        <p:spPr>
          <a:xfrm>
            <a:off x="8842248" y="3054096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7" name="Pixel Pac-Man"/>
          <p:cNvSpPr/>
          <p:nvPr/>
        </p:nvSpPr>
        <p:spPr>
          <a:xfrm>
            <a:off x="7946136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8" name="Pixel Pac-Man"/>
          <p:cNvSpPr/>
          <p:nvPr/>
        </p:nvSpPr>
        <p:spPr>
          <a:xfrm>
            <a:off x="8074152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9" name="Pixel Pac-Man"/>
          <p:cNvSpPr/>
          <p:nvPr/>
        </p:nvSpPr>
        <p:spPr>
          <a:xfrm>
            <a:off x="8202168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0" name="Pixel Pac-Man"/>
          <p:cNvSpPr/>
          <p:nvPr/>
        </p:nvSpPr>
        <p:spPr>
          <a:xfrm>
            <a:off x="8330184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1" name="Pixel Pac-Man"/>
          <p:cNvSpPr/>
          <p:nvPr/>
        </p:nvSpPr>
        <p:spPr>
          <a:xfrm>
            <a:off x="8458200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2" name="Pixel Pac-Man"/>
          <p:cNvSpPr/>
          <p:nvPr/>
        </p:nvSpPr>
        <p:spPr>
          <a:xfrm>
            <a:off x="8586216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3" name="Pixel Pac-Man"/>
          <p:cNvSpPr/>
          <p:nvPr/>
        </p:nvSpPr>
        <p:spPr>
          <a:xfrm>
            <a:off x="8714232" y="3182112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4" name="Pixel Pac-Man"/>
          <p:cNvSpPr/>
          <p:nvPr/>
        </p:nvSpPr>
        <p:spPr>
          <a:xfrm>
            <a:off x="8074152" y="331012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5" name="Pixel Pac-Man"/>
          <p:cNvSpPr/>
          <p:nvPr/>
        </p:nvSpPr>
        <p:spPr>
          <a:xfrm>
            <a:off x="8202168" y="331012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6" name="Pixel Pac-Man"/>
          <p:cNvSpPr/>
          <p:nvPr/>
        </p:nvSpPr>
        <p:spPr>
          <a:xfrm>
            <a:off x="8330184" y="331012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7" name="Pixel Pac-Man"/>
          <p:cNvSpPr/>
          <p:nvPr/>
        </p:nvSpPr>
        <p:spPr>
          <a:xfrm>
            <a:off x="8458200" y="331012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8" name="Pixel Pac-Man"/>
          <p:cNvSpPr/>
          <p:nvPr/>
        </p:nvSpPr>
        <p:spPr>
          <a:xfrm>
            <a:off x="8586216" y="3310128"/>
            <a:ext cx="132588" cy="132588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589520" y="0"/>
            <a:ext cx="0" cy="0"/>
          </a:xfrm>
          <a:prstGeom prst="rect">
            <a:avLst/>
          </a:prstGeom>
          <a:solidFill>
            <a:srgbClr val="0B0F17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589520" y="0"/>
            <a:ext cx="0" cy="0"/>
          </a:xfrm>
          <a:prstGeom prst="rect">
            <a:avLst/>
          </a:prstGeom>
          <a:solidFill>
            <a:srgbClr val="0B0F17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589520" y="0"/>
            <a:ext cx="0" cy="0"/>
          </a:xfrm>
          <a:prstGeom prst="rect">
            <a:avLst/>
          </a:prstGeom>
          <a:solidFill>
            <a:srgbClr val="0B0F17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589520" y="0"/>
            <a:ext cx="0" cy="0"/>
          </a:xfrm>
          <a:prstGeom prst="rect">
            <a:avLst/>
          </a:prstGeom>
          <a:solidFill>
            <a:srgbClr val="0B0F17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RRR · REWIND. REIMAGINE. RECONNECT.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54864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FOG BELOW</a:t>
            </a:r>
            <a:endParaRPr lang="en-US" sz="4400" dirty="0"/>
          </a:p>
        </p:txBody>
      </p:sp>
      <p:sp>
        <p:nvSpPr>
          <p:cNvPr id="145" name="Text 143"/>
          <p:cNvSpPr txBox="1"/>
          <p:nvPr/>
        </p:nvSpPr>
        <p:spPr>
          <a:xfrm>
            <a:off x="548640" y="2011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tactical survival-horror reimagining of a 20th-century classic</a:t>
            </a:r>
            <a:endParaRPr lang="en-US" sz="2000" dirty="0"/>
          </a:p>
        </p:txBody>
      </p:sp>
      <p:sp>
        <p:nvSpPr>
          <p:cNvPr id="146" name="Objective card"/>
          <p:cNvSpPr/>
          <p:nvPr/>
        </p:nvSpPr>
        <p:spPr>
          <a:xfrm>
            <a:off x="548640" y="306324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47" name="Text 145"/>
          <p:cNvSpPr txBox="1"/>
          <p:nvPr/>
        </p:nvSpPr>
        <p:spPr>
          <a:xfrm>
            <a:off x="777240" y="32004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77724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rogue Pac-Man AI 3 times in a shifting 27×29 maze before you lose all 3 lives.</a:t>
            </a:r>
            <a:endParaRPr lang="en-US" sz="1400" dirty="0"/>
          </a:p>
        </p:txBody>
      </p:sp>
      <p:sp>
        <p:nvSpPr>
          <p:cNvPr id="149" name="Text 147"/>
          <p:cNvSpPr txBox="1"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Pac-Man (1980)   ·   Team: [Team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CREATIVE VISION</a:t>
            </a:r>
            <a:endParaRPr lang="en-US" sz="3000" dirty="0"/>
          </a:p>
        </p:txBody>
      </p:sp>
      <p:sp>
        <p:nvSpPr>
          <p:cNvPr id="3" name="Original card"/>
          <p:cNvSpPr/>
          <p:nvPr/>
        </p:nvSpPr>
        <p:spPr>
          <a:xfrm>
            <a:off x="548640" y="128016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4" name="Reimagined card"/>
          <p:cNvSpPr/>
          <p:nvPr/>
        </p:nvSpPr>
        <p:spPr>
          <a:xfrm>
            <a:off x="5029200" y="128016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Pixel Pac-Man"/>
          <p:cNvSpPr/>
          <p:nvPr/>
        </p:nvSpPr>
        <p:spPr>
          <a:xfrm>
            <a:off x="960120" y="15087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" name="Pixel Pac-Man"/>
          <p:cNvSpPr/>
          <p:nvPr/>
        </p:nvSpPr>
        <p:spPr>
          <a:xfrm>
            <a:off x="1051560" y="15087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7" name="Pixel Pac-Man"/>
          <p:cNvSpPr/>
          <p:nvPr/>
        </p:nvSpPr>
        <p:spPr>
          <a:xfrm>
            <a:off x="1143000" y="15087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8" name="Pixel Pac-Man"/>
          <p:cNvSpPr/>
          <p:nvPr/>
        </p:nvSpPr>
        <p:spPr>
          <a:xfrm>
            <a:off x="1234440" y="15087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9" name="Pixel Pac-Man"/>
          <p:cNvSpPr/>
          <p:nvPr/>
        </p:nvSpPr>
        <p:spPr>
          <a:xfrm>
            <a:off x="1325880" y="15087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0" name="Pixel Pac-Man"/>
          <p:cNvSpPr/>
          <p:nvPr/>
        </p:nvSpPr>
        <p:spPr>
          <a:xfrm>
            <a:off x="86868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1" name="Pixel Pac-Man"/>
          <p:cNvSpPr/>
          <p:nvPr/>
        </p:nvSpPr>
        <p:spPr>
          <a:xfrm>
            <a:off x="96012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2" name="Pixel Pac-Man"/>
          <p:cNvSpPr/>
          <p:nvPr/>
        </p:nvSpPr>
        <p:spPr>
          <a:xfrm>
            <a:off x="105156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3" name="Pixel Pac-Man"/>
          <p:cNvSpPr/>
          <p:nvPr/>
        </p:nvSpPr>
        <p:spPr>
          <a:xfrm>
            <a:off x="114300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4" name="Pixel Pac-Man"/>
          <p:cNvSpPr/>
          <p:nvPr/>
        </p:nvSpPr>
        <p:spPr>
          <a:xfrm>
            <a:off x="123444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5" name="Pixel Pac-Man"/>
          <p:cNvSpPr/>
          <p:nvPr/>
        </p:nvSpPr>
        <p:spPr>
          <a:xfrm>
            <a:off x="132588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6" name="Pixel Pac-Man"/>
          <p:cNvSpPr/>
          <p:nvPr/>
        </p:nvSpPr>
        <p:spPr>
          <a:xfrm>
            <a:off x="1417320" y="16002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7" name="Pixel Pac-Man"/>
          <p:cNvSpPr/>
          <p:nvPr/>
        </p:nvSpPr>
        <p:spPr>
          <a:xfrm>
            <a:off x="77724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8" name="Pixel Pac-Man"/>
          <p:cNvSpPr/>
          <p:nvPr/>
        </p:nvSpPr>
        <p:spPr>
          <a:xfrm>
            <a:off x="86868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19" name="Pixel Pac-Man"/>
          <p:cNvSpPr/>
          <p:nvPr/>
        </p:nvSpPr>
        <p:spPr>
          <a:xfrm>
            <a:off x="96012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0" name="Pixel Pac-Man"/>
          <p:cNvSpPr/>
          <p:nvPr/>
        </p:nvSpPr>
        <p:spPr>
          <a:xfrm>
            <a:off x="105156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1" name="Pixel Pac-Man"/>
          <p:cNvSpPr/>
          <p:nvPr/>
        </p:nvSpPr>
        <p:spPr>
          <a:xfrm>
            <a:off x="114300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2" name="Pixel Pac-Man"/>
          <p:cNvSpPr/>
          <p:nvPr/>
        </p:nvSpPr>
        <p:spPr>
          <a:xfrm>
            <a:off x="123444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3" name="Pixel Pac-Man"/>
          <p:cNvSpPr/>
          <p:nvPr/>
        </p:nvSpPr>
        <p:spPr>
          <a:xfrm>
            <a:off x="132588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4" name="Pixel Pac-Man"/>
          <p:cNvSpPr/>
          <p:nvPr/>
        </p:nvSpPr>
        <p:spPr>
          <a:xfrm>
            <a:off x="141732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5" name="Pixel Pac-Man"/>
          <p:cNvSpPr/>
          <p:nvPr/>
        </p:nvSpPr>
        <p:spPr>
          <a:xfrm>
            <a:off x="1508760" y="16916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6" name="Pixel Pac-Man"/>
          <p:cNvSpPr/>
          <p:nvPr/>
        </p:nvSpPr>
        <p:spPr>
          <a:xfrm>
            <a:off x="77724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7" name="Pixel Pac-Man"/>
          <p:cNvSpPr/>
          <p:nvPr/>
        </p:nvSpPr>
        <p:spPr>
          <a:xfrm>
            <a:off x="86868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8" name="Pixel Pac-Man"/>
          <p:cNvSpPr/>
          <p:nvPr/>
        </p:nvSpPr>
        <p:spPr>
          <a:xfrm>
            <a:off x="96012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29" name="Pixel Pac-Man"/>
          <p:cNvSpPr/>
          <p:nvPr/>
        </p:nvSpPr>
        <p:spPr>
          <a:xfrm>
            <a:off x="105156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0" name="Pixel Pac-Man"/>
          <p:cNvSpPr/>
          <p:nvPr/>
        </p:nvSpPr>
        <p:spPr>
          <a:xfrm>
            <a:off x="114300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1" name="Pixel Pac-Man"/>
          <p:cNvSpPr/>
          <p:nvPr/>
        </p:nvSpPr>
        <p:spPr>
          <a:xfrm>
            <a:off x="123444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2" name="Pixel Pac-Man"/>
          <p:cNvSpPr/>
          <p:nvPr/>
        </p:nvSpPr>
        <p:spPr>
          <a:xfrm>
            <a:off x="1325880" y="17830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3" name="Pixel Pac-Man"/>
          <p:cNvSpPr/>
          <p:nvPr/>
        </p:nvSpPr>
        <p:spPr>
          <a:xfrm>
            <a:off x="777240" y="187452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4" name="Pixel Pac-Man"/>
          <p:cNvSpPr/>
          <p:nvPr/>
        </p:nvSpPr>
        <p:spPr>
          <a:xfrm>
            <a:off x="868680" y="187452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5" name="Pixel Pac-Man"/>
          <p:cNvSpPr/>
          <p:nvPr/>
        </p:nvSpPr>
        <p:spPr>
          <a:xfrm>
            <a:off x="960120" y="187452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6" name="Pixel Pac-Man"/>
          <p:cNvSpPr/>
          <p:nvPr/>
        </p:nvSpPr>
        <p:spPr>
          <a:xfrm>
            <a:off x="1051560" y="187452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7" name="Pixel Pac-Man"/>
          <p:cNvSpPr/>
          <p:nvPr/>
        </p:nvSpPr>
        <p:spPr>
          <a:xfrm>
            <a:off x="1143000" y="187452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8" name="Pixel Pac-Man"/>
          <p:cNvSpPr/>
          <p:nvPr/>
        </p:nvSpPr>
        <p:spPr>
          <a:xfrm>
            <a:off x="77724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39" name="Pixel Pac-Man"/>
          <p:cNvSpPr/>
          <p:nvPr/>
        </p:nvSpPr>
        <p:spPr>
          <a:xfrm>
            <a:off x="86868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0" name="Pixel Pac-Man"/>
          <p:cNvSpPr/>
          <p:nvPr/>
        </p:nvSpPr>
        <p:spPr>
          <a:xfrm>
            <a:off x="96012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1" name="Pixel Pac-Man"/>
          <p:cNvSpPr/>
          <p:nvPr/>
        </p:nvSpPr>
        <p:spPr>
          <a:xfrm>
            <a:off x="105156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2" name="Pixel Pac-Man"/>
          <p:cNvSpPr/>
          <p:nvPr/>
        </p:nvSpPr>
        <p:spPr>
          <a:xfrm>
            <a:off x="114300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3" name="Pixel Pac-Man"/>
          <p:cNvSpPr/>
          <p:nvPr/>
        </p:nvSpPr>
        <p:spPr>
          <a:xfrm>
            <a:off x="123444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4" name="Pixel Pac-Man"/>
          <p:cNvSpPr/>
          <p:nvPr/>
        </p:nvSpPr>
        <p:spPr>
          <a:xfrm>
            <a:off x="1325880" y="196596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5" name="Pixel Pac-Man"/>
          <p:cNvSpPr/>
          <p:nvPr/>
        </p:nvSpPr>
        <p:spPr>
          <a:xfrm>
            <a:off x="77724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6" name="Pixel Pac-Man"/>
          <p:cNvSpPr/>
          <p:nvPr/>
        </p:nvSpPr>
        <p:spPr>
          <a:xfrm>
            <a:off x="86868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7" name="Pixel Pac-Man"/>
          <p:cNvSpPr/>
          <p:nvPr/>
        </p:nvSpPr>
        <p:spPr>
          <a:xfrm>
            <a:off x="96012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8" name="Pixel Pac-Man"/>
          <p:cNvSpPr/>
          <p:nvPr/>
        </p:nvSpPr>
        <p:spPr>
          <a:xfrm>
            <a:off x="105156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49" name="Pixel Pac-Man"/>
          <p:cNvSpPr/>
          <p:nvPr/>
        </p:nvSpPr>
        <p:spPr>
          <a:xfrm>
            <a:off x="114300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0" name="Pixel Pac-Man"/>
          <p:cNvSpPr/>
          <p:nvPr/>
        </p:nvSpPr>
        <p:spPr>
          <a:xfrm>
            <a:off x="123444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1" name="Pixel Pac-Man"/>
          <p:cNvSpPr/>
          <p:nvPr/>
        </p:nvSpPr>
        <p:spPr>
          <a:xfrm>
            <a:off x="132588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2" name="Pixel Pac-Man"/>
          <p:cNvSpPr/>
          <p:nvPr/>
        </p:nvSpPr>
        <p:spPr>
          <a:xfrm>
            <a:off x="141732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3" name="Pixel Pac-Man"/>
          <p:cNvSpPr/>
          <p:nvPr/>
        </p:nvSpPr>
        <p:spPr>
          <a:xfrm>
            <a:off x="1508760" y="205740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4" name="Pixel Pac-Man"/>
          <p:cNvSpPr/>
          <p:nvPr/>
        </p:nvSpPr>
        <p:spPr>
          <a:xfrm>
            <a:off x="86868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5" name="Pixel Pac-Man"/>
          <p:cNvSpPr/>
          <p:nvPr/>
        </p:nvSpPr>
        <p:spPr>
          <a:xfrm>
            <a:off x="96012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6" name="Pixel Pac-Man"/>
          <p:cNvSpPr/>
          <p:nvPr/>
        </p:nvSpPr>
        <p:spPr>
          <a:xfrm>
            <a:off x="105156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7" name="Pixel Pac-Man"/>
          <p:cNvSpPr/>
          <p:nvPr/>
        </p:nvSpPr>
        <p:spPr>
          <a:xfrm>
            <a:off x="114300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8" name="Pixel Pac-Man"/>
          <p:cNvSpPr/>
          <p:nvPr/>
        </p:nvSpPr>
        <p:spPr>
          <a:xfrm>
            <a:off x="123444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59" name="Pixel Pac-Man"/>
          <p:cNvSpPr/>
          <p:nvPr/>
        </p:nvSpPr>
        <p:spPr>
          <a:xfrm>
            <a:off x="132588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0" name="Pixel Pac-Man"/>
          <p:cNvSpPr/>
          <p:nvPr/>
        </p:nvSpPr>
        <p:spPr>
          <a:xfrm>
            <a:off x="1417320" y="214884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1" name="Pixel Pac-Man"/>
          <p:cNvSpPr/>
          <p:nvPr/>
        </p:nvSpPr>
        <p:spPr>
          <a:xfrm>
            <a:off x="960120" y="22402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2" name="Pixel Pac-Man"/>
          <p:cNvSpPr/>
          <p:nvPr/>
        </p:nvSpPr>
        <p:spPr>
          <a:xfrm>
            <a:off x="1051560" y="22402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3" name="Pixel Pac-Man"/>
          <p:cNvSpPr/>
          <p:nvPr/>
        </p:nvSpPr>
        <p:spPr>
          <a:xfrm>
            <a:off x="1143000" y="22402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4" name="Pixel Pac-Man"/>
          <p:cNvSpPr/>
          <p:nvPr/>
        </p:nvSpPr>
        <p:spPr>
          <a:xfrm>
            <a:off x="1234440" y="22402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5" name="Pixel Pac-Man"/>
          <p:cNvSpPr/>
          <p:nvPr/>
        </p:nvSpPr>
        <p:spPr>
          <a:xfrm>
            <a:off x="1325880" y="2240280"/>
            <a:ext cx="96012" cy="96012"/>
          </a:xfrm>
          <a:prstGeom prst="rect">
            <a:avLst/>
          </a:prstGeom>
          <a:solidFill>
            <a:srgbClr val="FFD75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82880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82880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Pac-Man, 1980</a:t>
            </a:r>
            <a:endParaRPr lang="en-US" sz="2000" dirty="0"/>
          </a:p>
        </p:txBody>
      </p:sp>
      <p:sp>
        <p:nvSpPr>
          <p:cNvPr id="68" name="Text 66"/>
          <p:cNvSpPr txBox="1"/>
          <p:nvPr/>
        </p:nvSpPr>
        <p:spPr>
          <a:xfrm>
            <a:off x="777240" y="2514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Pac-Man, chased by four ghosts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every dot, dodge, flip the chase with a power pellet</a:t>
            </a:r>
            <a:endParaRPr lang="en-US" sz="1400" dirty="0"/>
          </a:p>
        </p:txBody>
      </p:sp>
      <p:sp>
        <p:nvSpPr>
          <p:cNvPr id="69" name="Pixel ghost"/>
          <p:cNvSpPr/>
          <p:nvPr/>
        </p:nvSpPr>
        <p:spPr>
          <a:xfrm>
            <a:off x="5440680" y="15087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0" name="Pixel ghost"/>
          <p:cNvSpPr/>
          <p:nvPr/>
        </p:nvSpPr>
        <p:spPr>
          <a:xfrm>
            <a:off x="5532120" y="15087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1" name="Pixel ghost"/>
          <p:cNvSpPr/>
          <p:nvPr/>
        </p:nvSpPr>
        <p:spPr>
          <a:xfrm>
            <a:off x="5623560" y="15087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2" name="Pixel ghost"/>
          <p:cNvSpPr/>
          <p:nvPr/>
        </p:nvSpPr>
        <p:spPr>
          <a:xfrm>
            <a:off x="5715000" y="15087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3" name="Pixel ghost"/>
          <p:cNvSpPr/>
          <p:nvPr/>
        </p:nvSpPr>
        <p:spPr>
          <a:xfrm>
            <a:off x="5806440" y="15087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4" name="Pixel ghost"/>
          <p:cNvSpPr/>
          <p:nvPr/>
        </p:nvSpPr>
        <p:spPr>
          <a:xfrm>
            <a:off x="534924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5" name="Pixel ghost"/>
          <p:cNvSpPr/>
          <p:nvPr/>
        </p:nvSpPr>
        <p:spPr>
          <a:xfrm>
            <a:off x="544068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6" name="Pixel ghost"/>
          <p:cNvSpPr/>
          <p:nvPr/>
        </p:nvSpPr>
        <p:spPr>
          <a:xfrm>
            <a:off x="553212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7" name="Pixel ghost"/>
          <p:cNvSpPr/>
          <p:nvPr/>
        </p:nvSpPr>
        <p:spPr>
          <a:xfrm>
            <a:off x="562356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8" name="Pixel ghost"/>
          <p:cNvSpPr/>
          <p:nvPr/>
        </p:nvSpPr>
        <p:spPr>
          <a:xfrm>
            <a:off x="571500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79" name="Pixel ghost"/>
          <p:cNvSpPr/>
          <p:nvPr/>
        </p:nvSpPr>
        <p:spPr>
          <a:xfrm>
            <a:off x="580644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0" name="Pixel ghost"/>
          <p:cNvSpPr/>
          <p:nvPr/>
        </p:nvSpPr>
        <p:spPr>
          <a:xfrm>
            <a:off x="5897880" y="16002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1" name="Pixel ghost"/>
          <p:cNvSpPr/>
          <p:nvPr/>
        </p:nvSpPr>
        <p:spPr>
          <a:xfrm>
            <a:off x="525780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2" name="Pixel ghost"/>
          <p:cNvSpPr/>
          <p:nvPr/>
        </p:nvSpPr>
        <p:spPr>
          <a:xfrm>
            <a:off x="534924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3" name="Pixel ghost"/>
          <p:cNvSpPr/>
          <p:nvPr/>
        </p:nvSpPr>
        <p:spPr>
          <a:xfrm>
            <a:off x="544068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4" name="Pixel ghost"/>
          <p:cNvSpPr/>
          <p:nvPr/>
        </p:nvSpPr>
        <p:spPr>
          <a:xfrm>
            <a:off x="553212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5" name="Pixel ghost"/>
          <p:cNvSpPr/>
          <p:nvPr/>
        </p:nvSpPr>
        <p:spPr>
          <a:xfrm>
            <a:off x="562356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6" name="Pixel ghost"/>
          <p:cNvSpPr/>
          <p:nvPr/>
        </p:nvSpPr>
        <p:spPr>
          <a:xfrm>
            <a:off x="571500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7" name="Pixel ghost"/>
          <p:cNvSpPr/>
          <p:nvPr/>
        </p:nvSpPr>
        <p:spPr>
          <a:xfrm>
            <a:off x="580644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8" name="Pixel ghost"/>
          <p:cNvSpPr/>
          <p:nvPr/>
        </p:nvSpPr>
        <p:spPr>
          <a:xfrm>
            <a:off x="589788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89" name="Pixel ghost"/>
          <p:cNvSpPr/>
          <p:nvPr/>
        </p:nvSpPr>
        <p:spPr>
          <a:xfrm>
            <a:off x="5989320" y="16916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0" name="Pixel ghost"/>
          <p:cNvSpPr/>
          <p:nvPr/>
        </p:nvSpPr>
        <p:spPr>
          <a:xfrm>
            <a:off x="5257800" y="17830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1" name="Pixel ghost"/>
          <p:cNvSpPr/>
          <p:nvPr/>
        </p:nvSpPr>
        <p:spPr>
          <a:xfrm>
            <a:off x="5349240" y="178308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Pixel ghost"/>
          <p:cNvSpPr/>
          <p:nvPr/>
        </p:nvSpPr>
        <p:spPr>
          <a:xfrm>
            <a:off x="5440680" y="178308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Pixel ghost"/>
          <p:cNvSpPr/>
          <p:nvPr/>
        </p:nvSpPr>
        <p:spPr>
          <a:xfrm>
            <a:off x="5532120" y="17830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4" name="Pixel ghost"/>
          <p:cNvSpPr/>
          <p:nvPr/>
        </p:nvSpPr>
        <p:spPr>
          <a:xfrm>
            <a:off x="5623560" y="17830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5" name="Pixel ghost"/>
          <p:cNvSpPr/>
          <p:nvPr/>
        </p:nvSpPr>
        <p:spPr>
          <a:xfrm>
            <a:off x="5715000" y="178308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Pixel ghost"/>
          <p:cNvSpPr/>
          <p:nvPr/>
        </p:nvSpPr>
        <p:spPr>
          <a:xfrm>
            <a:off x="5806440" y="178308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Pixel ghost"/>
          <p:cNvSpPr/>
          <p:nvPr/>
        </p:nvSpPr>
        <p:spPr>
          <a:xfrm>
            <a:off x="5897880" y="17830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8" name="Pixel ghost"/>
          <p:cNvSpPr/>
          <p:nvPr/>
        </p:nvSpPr>
        <p:spPr>
          <a:xfrm>
            <a:off x="5989320" y="17830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99" name="Pixel ghost"/>
          <p:cNvSpPr/>
          <p:nvPr/>
        </p:nvSpPr>
        <p:spPr>
          <a:xfrm>
            <a:off x="5257800" y="187452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0" name="Pixel ghost"/>
          <p:cNvSpPr/>
          <p:nvPr/>
        </p:nvSpPr>
        <p:spPr>
          <a:xfrm>
            <a:off x="5349240" y="187452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Pixel ghost"/>
          <p:cNvSpPr/>
          <p:nvPr/>
        </p:nvSpPr>
        <p:spPr>
          <a:xfrm>
            <a:off x="5440680" y="1874520"/>
            <a:ext cx="96012" cy="9601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02" name="Pixel ghost"/>
          <p:cNvSpPr/>
          <p:nvPr/>
        </p:nvSpPr>
        <p:spPr>
          <a:xfrm>
            <a:off x="5532120" y="187452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3" name="Pixel ghost"/>
          <p:cNvSpPr/>
          <p:nvPr/>
        </p:nvSpPr>
        <p:spPr>
          <a:xfrm>
            <a:off x="5623560" y="187452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4" name="Pixel ghost"/>
          <p:cNvSpPr/>
          <p:nvPr/>
        </p:nvSpPr>
        <p:spPr>
          <a:xfrm>
            <a:off x="5715000" y="1874520"/>
            <a:ext cx="96012" cy="960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Pixel ghost"/>
          <p:cNvSpPr/>
          <p:nvPr/>
        </p:nvSpPr>
        <p:spPr>
          <a:xfrm>
            <a:off x="5806440" y="1874520"/>
            <a:ext cx="96012" cy="9601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06" name="Pixel ghost"/>
          <p:cNvSpPr/>
          <p:nvPr/>
        </p:nvSpPr>
        <p:spPr>
          <a:xfrm>
            <a:off x="5897880" y="187452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7" name="Pixel ghost"/>
          <p:cNvSpPr/>
          <p:nvPr/>
        </p:nvSpPr>
        <p:spPr>
          <a:xfrm>
            <a:off x="5989320" y="187452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8" name="Pixel ghost"/>
          <p:cNvSpPr/>
          <p:nvPr/>
        </p:nvSpPr>
        <p:spPr>
          <a:xfrm>
            <a:off x="525780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09" name="Pixel ghost"/>
          <p:cNvSpPr/>
          <p:nvPr/>
        </p:nvSpPr>
        <p:spPr>
          <a:xfrm>
            <a:off x="534924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0" name="Pixel ghost"/>
          <p:cNvSpPr/>
          <p:nvPr/>
        </p:nvSpPr>
        <p:spPr>
          <a:xfrm>
            <a:off x="544068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1" name="Pixel ghost"/>
          <p:cNvSpPr/>
          <p:nvPr/>
        </p:nvSpPr>
        <p:spPr>
          <a:xfrm>
            <a:off x="553212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2" name="Pixel ghost"/>
          <p:cNvSpPr/>
          <p:nvPr/>
        </p:nvSpPr>
        <p:spPr>
          <a:xfrm>
            <a:off x="562356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3" name="Pixel ghost"/>
          <p:cNvSpPr/>
          <p:nvPr/>
        </p:nvSpPr>
        <p:spPr>
          <a:xfrm>
            <a:off x="571500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4" name="Pixel ghost"/>
          <p:cNvSpPr/>
          <p:nvPr/>
        </p:nvSpPr>
        <p:spPr>
          <a:xfrm>
            <a:off x="580644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5" name="Pixel ghost"/>
          <p:cNvSpPr/>
          <p:nvPr/>
        </p:nvSpPr>
        <p:spPr>
          <a:xfrm>
            <a:off x="589788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6" name="Pixel ghost"/>
          <p:cNvSpPr/>
          <p:nvPr/>
        </p:nvSpPr>
        <p:spPr>
          <a:xfrm>
            <a:off x="5989320" y="196596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7" name="Pixel ghost"/>
          <p:cNvSpPr/>
          <p:nvPr/>
        </p:nvSpPr>
        <p:spPr>
          <a:xfrm>
            <a:off x="525780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8" name="Pixel ghost"/>
          <p:cNvSpPr/>
          <p:nvPr/>
        </p:nvSpPr>
        <p:spPr>
          <a:xfrm>
            <a:off x="534924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19" name="Pixel ghost"/>
          <p:cNvSpPr/>
          <p:nvPr/>
        </p:nvSpPr>
        <p:spPr>
          <a:xfrm>
            <a:off x="544068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0" name="Pixel ghost"/>
          <p:cNvSpPr/>
          <p:nvPr/>
        </p:nvSpPr>
        <p:spPr>
          <a:xfrm>
            <a:off x="553212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1" name="Pixel ghost"/>
          <p:cNvSpPr/>
          <p:nvPr/>
        </p:nvSpPr>
        <p:spPr>
          <a:xfrm>
            <a:off x="562356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2" name="Pixel ghost"/>
          <p:cNvSpPr/>
          <p:nvPr/>
        </p:nvSpPr>
        <p:spPr>
          <a:xfrm>
            <a:off x="571500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3" name="Pixel ghost"/>
          <p:cNvSpPr/>
          <p:nvPr/>
        </p:nvSpPr>
        <p:spPr>
          <a:xfrm>
            <a:off x="580644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4" name="Pixel ghost"/>
          <p:cNvSpPr/>
          <p:nvPr/>
        </p:nvSpPr>
        <p:spPr>
          <a:xfrm>
            <a:off x="589788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5" name="Pixel ghost"/>
          <p:cNvSpPr/>
          <p:nvPr/>
        </p:nvSpPr>
        <p:spPr>
          <a:xfrm>
            <a:off x="5989320" y="205740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6" name="Pixel ghost"/>
          <p:cNvSpPr/>
          <p:nvPr/>
        </p:nvSpPr>
        <p:spPr>
          <a:xfrm>
            <a:off x="525780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7" name="Pixel ghost"/>
          <p:cNvSpPr/>
          <p:nvPr/>
        </p:nvSpPr>
        <p:spPr>
          <a:xfrm>
            <a:off x="534924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8" name="Pixel ghost"/>
          <p:cNvSpPr/>
          <p:nvPr/>
        </p:nvSpPr>
        <p:spPr>
          <a:xfrm>
            <a:off x="544068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29" name="Pixel ghost"/>
          <p:cNvSpPr/>
          <p:nvPr/>
        </p:nvSpPr>
        <p:spPr>
          <a:xfrm>
            <a:off x="553212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0" name="Pixel ghost"/>
          <p:cNvSpPr/>
          <p:nvPr/>
        </p:nvSpPr>
        <p:spPr>
          <a:xfrm>
            <a:off x="562356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1" name="Pixel ghost"/>
          <p:cNvSpPr/>
          <p:nvPr/>
        </p:nvSpPr>
        <p:spPr>
          <a:xfrm>
            <a:off x="571500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2" name="Pixel ghost"/>
          <p:cNvSpPr/>
          <p:nvPr/>
        </p:nvSpPr>
        <p:spPr>
          <a:xfrm>
            <a:off x="580644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3" name="Pixel ghost"/>
          <p:cNvSpPr/>
          <p:nvPr/>
        </p:nvSpPr>
        <p:spPr>
          <a:xfrm>
            <a:off x="589788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4" name="Pixel ghost"/>
          <p:cNvSpPr/>
          <p:nvPr/>
        </p:nvSpPr>
        <p:spPr>
          <a:xfrm>
            <a:off x="5989320" y="214884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5" name="Pixel ghost"/>
          <p:cNvSpPr/>
          <p:nvPr/>
        </p:nvSpPr>
        <p:spPr>
          <a:xfrm>
            <a:off x="525780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6" name="Pixel ghost"/>
          <p:cNvSpPr/>
          <p:nvPr/>
        </p:nvSpPr>
        <p:spPr>
          <a:xfrm>
            <a:off x="534924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7" name="Pixel ghost"/>
          <p:cNvSpPr/>
          <p:nvPr/>
        </p:nvSpPr>
        <p:spPr>
          <a:xfrm>
            <a:off x="553212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8" name="Pixel ghost"/>
          <p:cNvSpPr/>
          <p:nvPr/>
        </p:nvSpPr>
        <p:spPr>
          <a:xfrm>
            <a:off x="562356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39" name="Pixel ghost"/>
          <p:cNvSpPr/>
          <p:nvPr/>
        </p:nvSpPr>
        <p:spPr>
          <a:xfrm>
            <a:off x="571500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40" name="Pixel ghost"/>
          <p:cNvSpPr/>
          <p:nvPr/>
        </p:nvSpPr>
        <p:spPr>
          <a:xfrm>
            <a:off x="589788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41" name="Pixel ghost"/>
          <p:cNvSpPr/>
          <p:nvPr/>
        </p:nvSpPr>
        <p:spPr>
          <a:xfrm>
            <a:off x="5989320" y="2240280"/>
            <a:ext cx="96012" cy="96012"/>
          </a:xfrm>
          <a:prstGeom prst="rect">
            <a:avLst/>
          </a:prstGeom>
          <a:solidFill>
            <a:srgbClr val="FF5A4D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30936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TWIST</a:t>
            </a:r>
            <a:endParaRPr lang="en-US" sz="1100" dirty="0"/>
          </a:p>
        </p:txBody>
      </p:sp>
      <p:sp>
        <p:nvSpPr>
          <p:cNvPr id="143" name="Text 141"/>
          <p:cNvSpPr txBox="1"/>
          <p:nvPr/>
        </p:nvSpPr>
        <p:spPr>
          <a:xfrm>
            <a:off x="630936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reversal</a:t>
            </a:r>
            <a:endParaRPr lang="en-US" sz="2000" dirty="0"/>
          </a:p>
        </p:txBody>
      </p:sp>
      <p:sp>
        <p:nvSpPr>
          <p:cNvPr id="144" name="Text 142"/>
          <p:cNvSpPr txBox="1"/>
          <p:nvPr/>
        </p:nvSpPr>
        <p:spPr>
          <a:xfrm>
            <a:off x="5257800" y="2514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red hunter ghost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prey is a rogue, learning Pac-Man AI</a:t>
            </a:r>
            <a:endParaRPr lang="en-US" sz="1400" dirty="0"/>
          </a:p>
        </p:txBody>
      </p:sp>
      <p:sp>
        <p:nvSpPr>
          <p:cNvPr id="145" name="Swap badge"/>
          <p:cNvSpPr/>
          <p:nvPr/>
        </p:nvSpPr>
        <p:spPr>
          <a:xfrm>
            <a:off x="4160520" y="2331720"/>
            <a:ext cx="822960" cy="822960"/>
          </a:xfrm>
          <a:prstGeom prst="ellipse">
            <a:avLst/>
          </a:prstGeom>
          <a:solidFill>
            <a:srgbClr val="FF5A4D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41605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147" name="Atmosphere strip"/>
          <p:cNvSpPr/>
          <p:nvPr/>
        </p:nvSpPr>
        <p:spPr>
          <a:xfrm>
            <a:off x="548640" y="402336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48" name="Text 146"/>
          <p:cNvSpPr txBox="1"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 </a:t>
            </a:r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of war limits your sight. Heartbeats and reactive audio warn you. Fake Pac-Man sightings mess with your mind.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TACTICAL LOADOUTS</a:t>
            </a:r>
            <a:endParaRPr lang="en-US" sz="3000" dirty="0"/>
          </a:p>
        </p:txBody>
      </p:sp>
      <p:sp>
        <p:nvSpPr>
          <p:cNvPr id="3" name="BREACHER card"/>
          <p:cNvSpPr/>
          <p:nvPr/>
        </p:nvSpPr>
        <p:spPr>
          <a:xfrm>
            <a:off x="5486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4" name="Key badge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5A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through one wall every 10 s to cut off escape routes.</a:t>
            </a:r>
            <a:endParaRPr lang="en-US" sz="1400" dirty="0"/>
          </a:p>
        </p:txBody>
      </p:sp>
      <p:sp>
        <p:nvSpPr>
          <p:cNvPr id="8" name="TRACKER card"/>
          <p:cNvSpPr/>
          <p:nvPr/>
        </p:nvSpPr>
        <p:spPr>
          <a:xfrm>
            <a:off x="32918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9" name="Key badge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faint footprints show where he went. A little slower.</a:t>
            </a:r>
            <a:endParaRPr lang="en-US" sz="1400" dirty="0"/>
          </a:p>
        </p:txBody>
      </p:sp>
      <p:sp>
        <p:nvSpPr>
          <p:cNvPr id="13" name="AMBUSHER card"/>
          <p:cNvSpPr/>
          <p:nvPr/>
        </p:nvSpPr>
        <p:spPr>
          <a:xfrm>
            <a:off x="60350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4" name="Key badge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4DE1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AMBUSHER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s cloak hides you from Pac-Man so you can block his path.</a:t>
            </a:r>
            <a:endParaRPr lang="en-US" sz="1400" dirty="0"/>
          </a:p>
        </p:txBody>
      </p:sp>
      <p:sp>
        <p:nvSpPr>
          <p:cNvPr id="18" name="ALLIES card"/>
          <p:cNvSpPr/>
          <p:nvPr/>
        </p:nvSpPr>
        <p:spPr>
          <a:xfrm>
            <a:off x="548640" y="33832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and Interceptor. PING sends them to flank. Touch one to absorb it for 6 s.</a:t>
            </a:r>
            <a:endParaRPr lang="en-US" sz="1250" dirty="0"/>
          </a:p>
        </p:txBody>
      </p:sp>
      <p:sp>
        <p:nvSpPr>
          <p:cNvPr id="21" name="DECOY [X] card"/>
          <p:cNvSpPr/>
          <p:nvPr/>
        </p:nvSpPr>
        <p:spPr>
          <a:xfrm>
            <a:off x="3291840" y="33832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47472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D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DECOY [X]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clone feeds Pac-Man's AI fake routes and springs his traps.</a:t>
            </a:r>
            <a:endParaRPr lang="en-US" sz="1250" dirty="0"/>
          </a:p>
        </p:txBody>
      </p:sp>
      <p:sp>
        <p:nvSpPr>
          <p:cNvPr id="24" name="GLITCH ENERGY card"/>
          <p:cNvSpPr/>
          <p:nvPr/>
        </p:nvSpPr>
        <p:spPr>
          <a:xfrm>
            <a:off x="6035040" y="33832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1792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GLITCH ENERGY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[F] locks a corridor for 10 s. [Q] overcharges your light and cooldowns.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PAC-MAN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behavior escalates as dots disappear</a:t>
            </a:r>
            <a:endParaRPr lang="en-US" sz="1400" dirty="0"/>
          </a:p>
        </p:txBody>
      </p:sp>
      <p:sp>
        <p:nvSpPr>
          <p:cNvPr id="4" name="Phase WANDERS"/>
          <p:cNvSpPr/>
          <p:nvPr/>
        </p:nvSpPr>
        <p:spPr>
          <a:xfrm>
            <a:off x="548640" y="1783080"/>
            <a:ext cx="1609344" cy="914400"/>
          </a:xfrm>
          <a:prstGeom prst="rect">
            <a:avLst/>
          </a:prstGeom>
          <a:solidFill>
            <a:srgbClr val="2F7F8F"/>
          </a:solidFill>
          <a:ln w="19050">
            <a:solidFill>
              <a:srgbClr val="0B0F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3852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semi-random</a:t>
            </a:r>
            <a:endParaRPr lang="en-US" sz="1200" dirty="0"/>
          </a:p>
        </p:txBody>
      </p:sp>
      <p:sp>
        <p:nvSpPr>
          <p:cNvPr id="8" name="Phase EVADES"/>
          <p:cNvSpPr/>
          <p:nvPr/>
        </p:nvSpPr>
        <p:spPr>
          <a:xfrm>
            <a:off x="2157984" y="1783080"/>
            <a:ext cx="2414016" cy="914400"/>
          </a:xfrm>
          <a:prstGeom prst="rect">
            <a:avLst/>
          </a:prstGeom>
          <a:solidFill>
            <a:srgbClr val="C79A2E"/>
          </a:solidFill>
          <a:ln w="19050">
            <a:solidFill>
              <a:srgbClr val="0B0F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193852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EVADES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2860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flees and feints</a:t>
            </a:r>
            <a:endParaRPr lang="en-US" sz="1200" dirty="0"/>
          </a:p>
        </p:txBody>
      </p:sp>
      <p:sp>
        <p:nvSpPr>
          <p:cNvPr id="12" name="Phase SETS TRAPS"/>
          <p:cNvSpPr/>
          <p:nvPr/>
        </p:nvSpPr>
        <p:spPr>
          <a:xfrm>
            <a:off x="4572000" y="1783080"/>
            <a:ext cx="2414016" cy="914400"/>
          </a:xfrm>
          <a:prstGeom prst="rect">
            <a:avLst/>
          </a:prstGeom>
          <a:solidFill>
            <a:srgbClr val="E0702F"/>
          </a:solidFill>
          <a:ln w="19050">
            <a:solidFill>
              <a:srgbClr val="0B0F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193852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TRAPS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2860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Reverse · Virus</a:t>
            </a:r>
            <a:endParaRPr lang="en-US" sz="1200" dirty="0"/>
          </a:p>
        </p:txBody>
      </p:sp>
      <p:sp>
        <p:nvSpPr>
          <p:cNvPr id="16" name="Phase HUNTER MODE"/>
          <p:cNvSpPr/>
          <p:nvPr/>
        </p:nvSpPr>
        <p:spPr>
          <a:xfrm>
            <a:off x="6986016" y="1783080"/>
            <a:ext cx="1609344" cy="914400"/>
          </a:xfrm>
          <a:prstGeom prst="rect">
            <a:avLst/>
          </a:prstGeom>
          <a:solidFill>
            <a:srgbClr val="D93A3A"/>
          </a:solidFill>
          <a:ln w="19050">
            <a:solidFill>
              <a:srgbClr val="0B0F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86016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95744" y="193852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MODE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22860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you down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1508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1" name="LEARNS YOUR ROUTES card"/>
          <p:cNvSpPr/>
          <p:nvPr/>
        </p:nvSpPr>
        <p:spPr>
          <a:xfrm>
            <a:off x="548640" y="30175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2" name="Marker"/>
          <p:cNvSpPr/>
          <p:nvPr/>
        </p:nvSpPr>
        <p:spPr>
          <a:xfrm>
            <a:off x="731520" y="3200400"/>
            <a:ext cx="274320" cy="274320"/>
          </a:xfrm>
          <a:prstGeom prst="ellipse">
            <a:avLst/>
          </a:prstGeom>
          <a:solidFill>
            <a:srgbClr val="4DE1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972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LEARNS YOUR ROUTES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57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visits to a tile and he avoids it. A decoy can feed him false paths.</a:t>
            </a:r>
            <a:endParaRPr lang="en-US" sz="1400" dirty="0"/>
          </a:p>
        </p:txBody>
      </p:sp>
      <p:sp>
        <p:nvSpPr>
          <p:cNvPr id="25" name="FEINTS AND AMBUSHES card"/>
          <p:cNvSpPr/>
          <p:nvPr/>
        </p:nvSpPr>
        <p:spPr>
          <a:xfrm>
            <a:off x="3291840" y="30175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6" name="Marker"/>
          <p:cNvSpPr/>
          <p:nvPr/>
        </p:nvSpPr>
        <p:spPr>
          <a:xfrm>
            <a:off x="3474720" y="3200400"/>
            <a:ext cx="274320" cy="274320"/>
          </a:xfrm>
          <a:prstGeom prst="ellipse">
            <a:avLst/>
          </a:prstGeom>
          <a:solidFill>
            <a:srgbClr val="FF5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404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FEINTS AND AMBUSHES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657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fakes a dead end, then eats a hidden power pellet to turn on you.</a:t>
            </a:r>
            <a:endParaRPr lang="en-US" sz="1400" dirty="0"/>
          </a:p>
        </p:txBody>
      </p:sp>
      <p:sp>
        <p:nvSpPr>
          <p:cNvPr id="29" name="4 PERSONALITIES card"/>
          <p:cNvSpPr/>
          <p:nvPr/>
        </p:nvSpPr>
        <p:spPr>
          <a:xfrm>
            <a:off x="6035040" y="30175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30" name="Marker"/>
          <p:cNvSpPr/>
          <p:nvPr/>
        </p:nvSpPr>
        <p:spPr>
          <a:xfrm>
            <a:off x="6217920" y="3200400"/>
            <a:ext cx="274320" cy="27432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PERSONALITIES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Runner, Trickster, Stalker or Berserk, rerolled every level.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LETHAL, DYNAMIC WORLD</a:t>
            </a:r>
            <a:endParaRPr lang="en-US" sz="3000" dirty="0"/>
          </a:p>
        </p:txBody>
      </p:sp>
      <p:sp>
        <p:nvSpPr>
          <p:cNvPr id="3" name="GLITCH ZONE card"/>
          <p:cNvSpPr/>
          <p:nvPr/>
        </p:nvSpPr>
        <p:spPr>
          <a:xfrm>
            <a:off x="5486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5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ZONE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ring closes in from the edges every 30 seconds. Dots inside vanish, and anyone caught inside takes damage.</a:t>
            </a:r>
            <a:endParaRPr lang="en-US" sz="1400" dirty="0"/>
          </a:p>
        </p:txBody>
      </p:sp>
      <p:sp>
        <p:nvSpPr>
          <p:cNvPr id="7" name="GLITCH SURGE card"/>
          <p:cNvSpPr/>
          <p:nvPr/>
        </p:nvSpPr>
        <p:spPr>
          <a:xfrm>
            <a:off x="32918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D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D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SURGE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517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open and close (every 30 s late in a run), so every route has to be re-planned.</a:t>
            </a:r>
            <a:endParaRPr lang="en-US" sz="1400" dirty="0"/>
          </a:p>
        </p:txBody>
      </p:sp>
      <p:sp>
        <p:nvSpPr>
          <p:cNvPr id="11" name="KILL SCREEN card"/>
          <p:cNvSpPr/>
          <p:nvPr/>
        </p:nvSpPr>
        <p:spPr>
          <a:xfrm>
            <a:off x="60350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&lt;10%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SCREEN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517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final catch the right half corrupts into digits and walls stop blocking.</a:t>
            </a:r>
            <a:endParaRPr lang="en-US" sz="1400" dirty="0"/>
          </a:p>
        </p:txBody>
      </p:sp>
      <p:sp>
        <p:nvSpPr>
          <p:cNvPr id="15" name="Events strip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EVENTS  </a:t>
            </a:r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· Pac-Man Echo · Scout offline · Zone override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&amp; PROGRESSION</a:t>
            </a:r>
            <a:endParaRPr lang="en-US" sz="3000" dirty="0"/>
          </a:p>
        </p:txBody>
      </p:sp>
      <p:sp>
        <p:nvSpPr>
          <p:cNvPr id="3" name="Key WASD"/>
          <p:cNvSpPr/>
          <p:nvPr/>
        </p:nvSpPr>
        <p:spPr>
          <a:xfrm>
            <a:off x="548640" y="12801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4" name="Keycap"/>
          <p:cNvSpPr/>
          <p:nvPr/>
        </p:nvSpPr>
        <p:spPr>
          <a:xfrm>
            <a:off x="685800" y="14630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(or swipe)</a:t>
            </a:r>
            <a:endParaRPr lang="en-US" sz="1300" dirty="0"/>
          </a:p>
        </p:txBody>
      </p:sp>
      <p:sp>
        <p:nvSpPr>
          <p:cNvPr id="7" name="Key SPACE"/>
          <p:cNvSpPr/>
          <p:nvPr/>
        </p:nvSpPr>
        <p:spPr>
          <a:xfrm>
            <a:off x="3063240" y="12801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8" name="Keycap"/>
          <p:cNvSpPr/>
          <p:nvPr/>
        </p:nvSpPr>
        <p:spPr>
          <a:xfrm>
            <a:off x="3200400" y="14630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and command allies</a:t>
            </a:r>
            <a:endParaRPr lang="en-US" sz="1300" dirty="0"/>
          </a:p>
        </p:txBody>
      </p:sp>
      <p:sp>
        <p:nvSpPr>
          <p:cNvPr id="11" name="Key E"/>
          <p:cNvSpPr/>
          <p:nvPr/>
        </p:nvSpPr>
        <p:spPr>
          <a:xfrm>
            <a:off x="548640" y="23317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2" name="Keycap"/>
          <p:cNvSpPr/>
          <p:nvPr/>
        </p:nvSpPr>
        <p:spPr>
          <a:xfrm>
            <a:off x="685800" y="251460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ability</a:t>
            </a:r>
            <a:endParaRPr lang="en-US" sz="1300" dirty="0"/>
          </a:p>
        </p:txBody>
      </p:sp>
      <p:sp>
        <p:nvSpPr>
          <p:cNvPr id="15" name="Key Q"/>
          <p:cNvSpPr/>
          <p:nvPr/>
        </p:nvSpPr>
        <p:spPr>
          <a:xfrm>
            <a:off x="3063240" y="23317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Keycap"/>
          <p:cNvSpPr/>
          <p:nvPr/>
        </p:nvSpPr>
        <p:spPr>
          <a:xfrm>
            <a:off x="3200400" y="251460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overcharge</a:t>
            </a:r>
            <a:endParaRPr lang="en-US" sz="1300" dirty="0"/>
          </a:p>
        </p:txBody>
      </p:sp>
      <p:sp>
        <p:nvSpPr>
          <p:cNvPr id="19" name="Key F"/>
          <p:cNvSpPr/>
          <p:nvPr/>
        </p:nvSpPr>
        <p:spPr>
          <a:xfrm>
            <a:off x="548640" y="3383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0" name="Keycap"/>
          <p:cNvSpPr/>
          <p:nvPr/>
        </p:nvSpPr>
        <p:spPr>
          <a:xfrm>
            <a:off x="685800" y="356616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corridor</a:t>
            </a:r>
            <a:endParaRPr lang="en-US" sz="1300" dirty="0"/>
          </a:p>
        </p:txBody>
      </p:sp>
      <p:sp>
        <p:nvSpPr>
          <p:cNvPr id="23" name="Key X"/>
          <p:cNvSpPr/>
          <p:nvPr/>
        </p:nvSpPr>
        <p:spPr>
          <a:xfrm>
            <a:off x="3063240" y="3383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4" name="Keycap"/>
          <p:cNvSpPr/>
          <p:nvPr/>
        </p:nvSpPr>
        <p:spPr>
          <a:xfrm>
            <a:off x="3200400" y="356616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A3550"/>
          </a:solidFill>
          <a:ln w="12700">
            <a:solidFill>
              <a:srgbClr val="FFD7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decoy</a:t>
            </a:r>
            <a:endParaRPr lang="en-US" sz="1300" dirty="0"/>
          </a:p>
        </p:txBody>
      </p:sp>
      <p:sp>
        <p:nvSpPr>
          <p:cNvPr id="27" name="Progression card"/>
          <p:cNvSpPr/>
          <p:nvPr/>
        </p:nvSpPr>
        <p:spPr>
          <a:xfrm>
            <a:off x="5669280" y="1280160"/>
            <a:ext cx="2926080" cy="3063240"/>
          </a:xfrm>
          <a:prstGeom prst="roundRect">
            <a:avLst>
              <a:gd name="adj" fmla="val 3750"/>
            </a:avLst>
          </a:prstGeom>
          <a:solidFill>
            <a:srgbClr val="151D2C"/>
          </a:solidFill>
          <a:ln w="9525">
            <a:solidFill>
              <a:srgbClr val="2632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89788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GLITCH POINTS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score and combos (flanks, lock-ons). Saved between runs.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Breacher, Tracker and Ambusher up to 3 levels each.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BUILD</a:t>
            </a:r>
            <a:endParaRPr lang="en-US" sz="1100" dirty="0"/>
          </a:p>
        </p:txBody>
      </p:sp>
      <p:sp>
        <p:nvSpPr>
          <p:cNvPr id="32" name="Text 30">
            <a:hlinkClick r:id="rId1" tooltip=""/>
          </p:cNvPr>
          <p:cNvSpPr txBox="1"/>
          <p:nvPr/>
        </p:nvSpPr>
        <p:spPr>
          <a:xfrm>
            <a:off x="5897880" y="3730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4DE1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claude.ai/artifact/4YnosQu5e7mSV5kU7UJGiQ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class (1, 2 or 3) at the start of each run.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Fog Below</dc:title>
  <dc:subject>PptxGenJS Presentation</dc:subject>
  <dc:creator>PptxGenJS</dc:creator>
  <cp:lastModifiedBy>PptxGenJS</cp:lastModifiedBy>
  <cp:revision>1</cp:revision>
  <dcterms:created xsi:type="dcterms:W3CDTF">2026-10-08T05:24:38Z</dcterms:created>
  <dcterms:modified xsi:type="dcterms:W3CDTF">2026-10-08T05:24:38Z</dcterms:modified>
</cp:coreProperties>
</file>